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-336" y="-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78F92D-D81F-4235-8F69-1C77D2E07C4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C2D7D-050C-4C08-BA38-D080CC981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07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2743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0" b="1" dirty="0">
                <a:solidFill>
                  <a:srgbClr val="C9973A">
                    <a:alpha val="30000"/>
                  </a:srgbClr>
                </a:solidFill>
              </a:rPr>
              <a:t>“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kern="0" spc="200" dirty="0">
                <a:solidFill>
                  <a:srgbClr val="FFFFFF"/>
                </a:solidFill>
              </a:rPr>
              <a:t>The Hidden Side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kern="0" spc="200" dirty="0">
                <a:solidFill>
                  <a:srgbClr val="C9973A"/>
                </a:solidFill>
              </a:rPr>
              <a:t>of Success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3474720" y="2788920"/>
            <a:ext cx="2194560" cy="457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443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BDC8D8"/>
                </a:solidFill>
              </a:rPr>
              <a:t>Presented by: Hossam Ahmed Salama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CA0B8"/>
                </a:solidFill>
              </a:rPr>
              <a:t>What they never tell you about reaching the top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029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Do We Admire Success?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3886200" cy="4251960"/>
          </a:xfrm>
          <a:prstGeom prst="rect">
            <a:avLst/>
          </a:prstGeom>
          <a:solidFill>
            <a:srgbClr val="EEF3F9"/>
          </a:solidFill>
          <a:ln w="12700">
            <a:solidFill>
              <a:srgbClr val="D0DB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685800"/>
            <a:ext cx="3886200" cy="45720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858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What We See 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A8D"/>
                </a:solidFill>
              </a:rPr>
              <a:t>When we see successful people,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A8D"/>
                </a:solidFill>
              </a:rPr>
              <a:t>we usually notice: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E4A"/>
                </a:solidFill>
              </a:rPr>
              <a:t>💰  Money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23408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E4A"/>
                </a:solidFill>
              </a:rPr>
              <a:t>🌟  Fame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27614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E4A"/>
                </a:solidFill>
              </a:rPr>
              <a:t>💪  Confidence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31821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E4A"/>
                </a:solidFill>
              </a:rPr>
              <a:t>🏆  Achievements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36027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E4A"/>
                </a:solidFill>
              </a:rPr>
              <a:t>🏚  Luxury Lifestyle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i="1" dirty="0">
                <a:solidFill>
                  <a:srgbClr val="6B7A8D"/>
                </a:solidFill>
              </a:rPr>
              <a:t>But most of the time… we only see the final picture.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0" y="685800"/>
            <a:ext cx="4434840" cy="4251960"/>
          </a:xfrm>
          <a:prstGeom prst="rect">
            <a:avLst/>
          </a:prstGeom>
          <a:solidFill>
            <a:srgbClr val="FFF8F8"/>
          </a:solidFill>
          <a:ln w="12700">
            <a:solidFill>
              <a:srgbClr val="F0D0D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685800"/>
            <a:ext cx="443484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6858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What We Rarely Think About 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53712" y="1207008"/>
            <a:ext cx="4114800" cy="475488"/>
          </a:xfrm>
          <a:prstGeom prst="rect">
            <a:avLst/>
          </a:prstGeom>
          <a:solidFill>
            <a:srgbClr val="FDECEA"/>
          </a:solidFill>
          <a:ln w="12700">
            <a:solidFill>
              <a:srgbClr val="F5C6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1216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392B"/>
                </a:solidFill>
              </a:rPr>
              <a:t>💥  The Failures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53712" y="1773936"/>
            <a:ext cx="4114800" cy="475488"/>
          </a:xfrm>
          <a:prstGeom prst="rect">
            <a:avLst/>
          </a:prstGeom>
          <a:solidFill>
            <a:srgbClr val="FDECEA"/>
          </a:solidFill>
          <a:ln w="12700">
            <a:solidFill>
              <a:srgbClr val="F5C6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392B"/>
                </a:solidFill>
              </a:rPr>
              <a:t>🔥  The Pressure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53712" y="2340864"/>
            <a:ext cx="4114800" cy="475488"/>
          </a:xfrm>
          <a:prstGeom prst="rect">
            <a:avLst/>
          </a:prstGeom>
          <a:solidFill>
            <a:srgbClr val="FDECEA"/>
          </a:solidFill>
          <a:ln w="12700">
            <a:solidFill>
              <a:srgbClr val="F5C6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23500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392B"/>
                </a:solidFill>
              </a:rPr>
              <a:t>💔  The Sacrifices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53712" y="2907792"/>
            <a:ext cx="4114800" cy="475488"/>
          </a:xfrm>
          <a:prstGeom prst="rect">
            <a:avLst/>
          </a:prstGeom>
          <a:solidFill>
            <a:srgbClr val="FDECEA"/>
          </a:solidFill>
          <a:ln w="12700">
            <a:solidFill>
              <a:srgbClr val="F5C6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29169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392B"/>
                </a:solidFill>
              </a:rPr>
              <a:t>😨  The Fear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53712" y="3474720"/>
            <a:ext cx="4114800" cy="475488"/>
          </a:xfrm>
          <a:prstGeom prst="rect">
            <a:avLst/>
          </a:prstGeom>
          <a:solidFill>
            <a:srgbClr val="FDECEA"/>
          </a:solidFill>
          <a:ln w="12700">
            <a:solidFill>
              <a:srgbClr val="F5C6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34838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392B"/>
                </a:solidFill>
              </a:rPr>
              <a:t>😣  The Painful Moments Behind It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Story Behind Every Success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C9973A">
                    <a:alpha val="45000"/>
                  </a:srgbClr>
                </a:solidFill>
              </a:rPr>
              <a:t>“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Before he became a legend, he was rejected.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25272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BDC8D8"/>
                </a:solidFill>
              </a:rPr>
              <a:t>Over and over again.
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84708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BDC8D8"/>
                </a:solidFill>
              </a:rPr>
              <a:t>He didn’t have a shortcut. He didn’t have a secret formula.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32257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BDC8D8"/>
                </a:solidFill>
              </a:rPr>
              <a:t>He had something most people give up on:
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91693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A willingness to keep going—when everything said STOP.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8046720" cy="804672"/>
          </a:xfrm>
          <a:prstGeom prst="rect">
            <a:avLst/>
          </a:prstGeom>
          <a:solidFill>
            <a:srgbClr val="C9973A">
              <a:alpha val="90000"/>
            </a:srgbClr>
          </a:solidFill>
          <a:ln w="25400">
            <a:solidFill>
              <a:srgbClr val="C9973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74904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4A"/>
                </a:solidFill>
              </a:rPr>
              <a:t>🎯  Success is not a highlight reel. It’s a behind-the-scenes marathon.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029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Failure Is Not the 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4A"/>
                </a:solidFill>
              </a:rPr>
              <a:t>Failure Builds Success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A8D"/>
                </a:solidFill>
              </a:rPr>
              <a:t>One of the biggest misconceptions is believing that successful people never fail.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4320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7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743200" cy="64008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013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📚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2E4A"/>
                </a:solidFill>
              </a:rPr>
              <a:t>Failure Teaches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29768" y="2834640"/>
            <a:ext cx="2523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A8D"/>
                </a:solidFill>
              </a:rPr>
              <a:t>Every mistake is a lesson in disguise. You learn more from failure than from easy wins.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691640"/>
            <a:ext cx="274320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7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691640"/>
            <a:ext cx="274320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8013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🛠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91840" y="23957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2E4A"/>
                </a:solidFill>
              </a:rPr>
              <a:t>Failure Builds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310128" y="2834640"/>
            <a:ext cx="2523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A8D"/>
                </a:solidFill>
              </a:rPr>
              <a:t>Experience is built through hardship, not comfort. Resilience is forged in difficult moments.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1691640"/>
            <a:ext cx="274320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7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691640"/>
            <a:ext cx="274320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8013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💪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72200" y="23957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2E4A"/>
                </a:solidFill>
              </a:rPr>
              <a:t>Failure Creates Strength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190488" y="2834640"/>
            <a:ext cx="2523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A8D"/>
                </a:solidFill>
              </a:rPr>
              <a:t>Most successful people failed many, many times before succeeding. Failure is part of the process.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44531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9973A"/>
                </a:solidFill>
              </a:rPr>
              <a:t>⚡  The difference is not who fails — The difference is who continues.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029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Social Media Illusion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E4A"/>
                </a:solidFill>
              </a:rPr>
              <a:t>Success Online vs Reality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114800" cy="3794760"/>
          </a:xfrm>
          <a:prstGeom prst="rect">
            <a:avLst/>
          </a:prstGeom>
          <a:solidFill>
            <a:srgbClr val="EEF5FF"/>
          </a:solidFill>
          <a:ln w="15240">
            <a:solidFill>
              <a:srgbClr val="C5D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4114800" cy="50292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704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📱  What Social Media Shows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6FAC"/>
                </a:solidFill>
              </a:rPr>
              <a:t>✨  Perfect moments only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2951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6FAC"/>
                </a:solidFill>
              </a:rPr>
              <a:t>💰  Wealth &amp; luxury lifestyle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8072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6FAC"/>
                </a:solidFill>
              </a:rPr>
              <a:t>😄  Always smiling, always winning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3192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6FAC"/>
                </a:solidFill>
              </a:rPr>
              <a:t>💡  Overnight success stories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8313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6FAC"/>
                </a:solidFill>
              </a:rPr>
              <a:t>🌟  Highlight reels, no low points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170432"/>
            <a:ext cx="4114800" cy="3794760"/>
          </a:xfrm>
          <a:prstGeom prst="rect">
            <a:avLst/>
          </a:prstGeom>
          <a:solidFill>
            <a:srgbClr val="FFF2F2"/>
          </a:solidFill>
          <a:ln w="15240">
            <a:solidFill>
              <a:srgbClr val="F5C5C5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70432"/>
            <a:ext cx="41148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1704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👀  What Actually Happens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37760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392B"/>
                </a:solidFill>
              </a:rPr>
              <a:t>😴  Sleepless nights &amp; burnout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2951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392B"/>
                </a:solidFill>
              </a:rPr>
              <a:t>💫  Years of invisible effort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8072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392B"/>
                </a:solidFill>
              </a:rPr>
              <a:t>😓  Constant self-doubt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3192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392B"/>
                </a:solidFill>
              </a:rPr>
              <a:t>📉  Countless failures &amp; setbacks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8313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392B"/>
                </a:solidFill>
              </a:rPr>
              <a:t>💔  Sacrificed relationships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06240" y="2286000"/>
            <a:ext cx="731520" cy="731520"/>
          </a:xfrm>
          <a:prstGeom prst="ellipse">
            <a:avLst/>
          </a:prstGeom>
          <a:solidFill>
            <a:srgbClr val="1A2E4A"/>
          </a:solidFill>
          <a:ln w="25400">
            <a:solidFill>
              <a:srgbClr val="C997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0292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Price of Success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E4A"/>
                </a:solidFill>
              </a:rPr>
              <a:t>Everything Valuable Has a Cost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114800" cy="3794760"/>
          </a:xfrm>
          <a:prstGeom prst="rect">
            <a:avLst/>
          </a:prstGeom>
          <a:solidFill>
            <a:srgbClr val="FFF9EE"/>
          </a:solidFill>
          <a:ln w="15240">
            <a:solidFill>
              <a:srgbClr val="F0DFB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4114800" cy="5029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704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🧠  The Psychological Side of Success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D"/>
                </a:solidFill>
              </a:rPr>
              <a:t>🎯  Constant pressure to perform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D"/>
                </a:solidFill>
              </a:rPr>
              <a:t>😣  Fear of failure — even after success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8254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D"/>
                </a:solidFill>
              </a:rPr>
              <a:t>😴  Sacrificing rest &amp; personal time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34670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D"/>
                </a:solidFill>
              </a:rPr>
              <a:t>💔  Loneliness at the top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8679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D"/>
                </a:solidFill>
              </a:rPr>
              <a:t>🔄  The never-ending need to improve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170432"/>
            <a:ext cx="4114800" cy="3794760"/>
          </a:xfrm>
          <a:prstGeom prst="rect">
            <a:avLst/>
          </a:prstGeom>
          <a:solidFill>
            <a:srgbClr val="EEF3F9"/>
          </a:solidFill>
          <a:ln w="15240">
            <a:solidFill>
              <a:srgbClr val="D0DB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70432"/>
            <a:ext cx="4114800" cy="50292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1704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🚨  Pressure Never Completely Disappears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28032" y="17830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💡  Lessons From The Hidden Side of Success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28032" y="22677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28032" y="275234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D"/>
                </a:solidFill>
              </a:rPr>
              <a:t>✅  Accept failure as part of growth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28032" y="323697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D"/>
                </a:solidFill>
              </a:rPr>
              <a:t>✅  Stop comparing your chapter 1 to someone’s chapter 20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28032" y="37216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D"/>
                </a:solidFill>
              </a:rPr>
              <a:t>✅  Focus on the process, not just the outcome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28032" y="42062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D"/>
                </a:solidFill>
              </a:rPr>
              <a:t>✅  Build resilience, not just results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C9973A"/>
                </a:solidFill>
              </a:rPr>
              <a:t>Final Thoughts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Success Is a Journey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0" y="1389888"/>
            <a:ext cx="2743200" cy="457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BDC8D8"/>
                </a:solidFill>
              </a:rPr>
              <a:t>Real success is not about appearing perfect.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3931920" cy="658368"/>
          </a:xfrm>
          <a:prstGeom prst="rect">
            <a:avLst/>
          </a:prstGeom>
          <a:solidFill>
            <a:srgbClr val="223555"/>
          </a:solidFill>
          <a:ln w="12700">
            <a:solidFill>
              <a:srgbClr val="C9973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208483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🔥  Continuing during hard times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2084832"/>
            <a:ext cx="3931920" cy="658368"/>
          </a:xfrm>
          <a:prstGeom prst="rect">
            <a:avLst/>
          </a:prstGeom>
          <a:solidFill>
            <a:srgbClr val="223555"/>
          </a:solidFill>
          <a:ln w="12700">
            <a:solidFill>
              <a:srgbClr val="C9973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19472" y="208483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📚  Learning from failure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89504"/>
            <a:ext cx="3931920" cy="658368"/>
          </a:xfrm>
          <a:prstGeom prst="rect">
            <a:avLst/>
          </a:prstGeom>
          <a:solidFill>
            <a:srgbClr val="223555"/>
          </a:solidFill>
          <a:ln w="12700">
            <a:solidFill>
              <a:srgbClr val="C9973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288950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⏰  Staying disciplined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2889504"/>
            <a:ext cx="3931920" cy="658368"/>
          </a:xfrm>
          <a:prstGeom prst="rect">
            <a:avLst/>
          </a:prstGeom>
          <a:solidFill>
            <a:srgbClr val="223555"/>
          </a:solidFill>
          <a:ln w="12700">
            <a:solidFill>
              <a:srgbClr val="C9973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9472" y="288950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💪  Believing in yourself even when results are invisible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315968"/>
            <a:ext cx="8229600" cy="59436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3159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4A"/>
                </a:solidFill>
              </a:rPr>
              <a:t>The hidden side of success is what creates strong people.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kern="0" spc="300" dirty="0">
                <a:solidFill>
                  <a:srgbClr val="FFFFFF"/>
                </a:solidFill>
              </a:rPr>
              <a:t>Thank You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000000"/>
                </a:solidFill>
              </a:rPr>
              <a:t>🙏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2560320" y="2633472"/>
            <a:ext cx="4023360" cy="457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CA0B8"/>
                </a:solidFill>
              </a:rPr>
              <a:t>The road to success is always under construction.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4187952"/>
            <a:ext cx="4572000" cy="65836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86000" y="418795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E4A"/>
                </a:solidFill>
              </a:rPr>
              <a:t>Now go build yours. 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480</Words>
  <Application>Microsoft Office PowerPoint</Application>
  <PresentationFormat>On-screen Show (16:9)</PresentationFormat>
  <Paragraphs>91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Hidden Side of Success</dc:title>
  <dc:subject>PptxGenJS Presentation</dc:subject>
  <dc:creator>PptxGenJS</dc:creator>
  <cp:lastModifiedBy>MOTHERBOARD</cp:lastModifiedBy>
  <cp:revision>2</cp:revision>
  <dcterms:created xsi:type="dcterms:W3CDTF">2026-05-08T11:56:38Z</dcterms:created>
  <dcterms:modified xsi:type="dcterms:W3CDTF">2026-05-10T01:12:07Z</dcterms:modified>
</cp:coreProperties>
</file>